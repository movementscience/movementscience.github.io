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DZj9+fXoG7Baj4Is94KyAqtC+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Play-bold.fntdata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Cardiac Sinusoidal Analysis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6096001" y="1412111"/>
            <a:ext cx="558176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human cardiac sinusoidal length perturbation analysis data fitting, load or open the script.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ProcessGWN_Generic_2021_11_8_60umMotor.m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just run the script and it should make some plots for data fitting.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231" y="961759"/>
            <a:ext cx="5249008" cy="2943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-309" l="0" r="0" t="0"/>
          <a:stretch/>
        </p:blipFill>
        <p:spPr>
          <a:xfrm>
            <a:off x="3630118" y="793551"/>
            <a:ext cx="8067045" cy="52872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296305" y="193525"/>
            <a:ext cx="2850000" cy="7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24208R11_1 (blue line) -&gt; Sinusoid Analysis at pCa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24208R11_2 (green line -&gt; sinusoid analysis at pCa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 Modulus -&gt;  shows the stiffness of the fiber in phase with sinusoidal length change. Reflects how strongly cross-bridges are attached.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Viscous Modulus Graph -&gt; shows the amount of energy stored by the fiber/how much resistance the fiber has out of phase with sinusoidal length change. Reflects cross-bridge cycling.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591670"/>
            <a:ext cx="7566212" cy="567465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875489" y="474344"/>
            <a:ext cx="299611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1 -&gt; multiple sinusoid at pCa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2 -&gt; multiple sinusoid at pCa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-&gt; The work absorbed at low frequencies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-&gt; Muscle’s generation of oscillatory work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-&gt; The work absorbed at high frequencies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B and C we can find 2pib and 2pic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2pic is the rate constant of how quickly force decays in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2pib is the exponential rate constant of how fast the force recovers after decay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2026-07-30T15:00:39Z</dcterms:created>
  <dc:creator>Tanner, Bertrand</dc:creator>
</cp:coreProperties>
</file>